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Advanced Security &amp; GitHub Copilot.
This session is designed for architects and security leaders who want to leverage GitHub Advanced Security (GHAS) and Copilot together to build a shift-left security culture.
We'll cover five key areas:
1. GitHub Advanced Security (GHAS) — the complete platform overview
2. Secret Scanning &amp; Push Protection — preventing credential leaks at the source
3. Code Scanning with CodeQL — semantic static analysis at scale
4. Copilot Autofix — AI-powered remediation of security vulnerabilities
5. Dependency Review &amp; Supply Chain Security — protecting against vulnerable dependencies
Each topic is framed from an architect's perspective — governance, risk reduction, and enterprise-scale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introduction.
Nagaraju Matta — Customer Success Architect at Microsoft.
Focus: Helping enterprise architects embed security into every stage of the software development lifecycle using GitHub Advanced Security and Copilot.
Key message: Security is not a gate at the end — it's a practice woven into every commit, every PR, every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Agenda — Five security pillars:
1. GHAS Overview — the complete GitHub Advanced Security platform
2. Secret Scanning — detecting and blocking credential leaks with push protection
3. CodeQL Scanning — semantic static analysis for vulnerability detection
4. Copilot Autofix — AI-powered security vulnerability remediation
5. Supply Chain Security — dependency review, Dependabot, and SCA
Each section is designed for architects thinking about enterprise-wide security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PERSPECTIVE:
GitHub Advanced Security is the unified security platform built natively into GitHub. It eliminates the need for separate SAST, SCA, and secret detection tools.
KEY VALUE PROPOSITIONS:
- Single pane of glass for all code security findings
- Developer friction is minimized — findings appear in the PR workflow
- Enterprise-wide policy enforcement through rulesets
- Security Overview gives CISOs and architects a real-time risk dashboard
ADOPTION TIP:
Start with secret scanning (highest signal, lowest noise), then add code scanning, then dependency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PERSPECTIVE:
Secret leaks are the #1 cause of security breaches in modern software. Push protection is a game-changer.
KEY CAPABILITIES:
- Push protection blocks secrets BEFORE they enter the repo — not after
- Custom patterns let you detect internal connection strings and API keys
- Partner program auto-revokes tokens with cloud providers (AWS, Azure, GCP)
- Bypass workflow provides accountability — every bypass is logged with justification
ENTERPRISE GOVERNANCE:
- Enable push protection org-wide as a non-negotiable policy
- Review bypass requests weekly
- Use custom patterns for internal secrets that standard patterns don't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PERSPECTIVE:
CodeQL is not pattern matching — it's semantic analysis. It understands data flow, taint propagation, and call graphs.
KEY DIFFERENTIATORS:
- Finds real vulnerabilities with low false-positive rates
- Custom queries let you encode your security standards as executable checks
- Default query suites cover OWASP Top 10, CWE Top 25, and more
- Results appear directly in PRs — developers fix before merge
ENTERPRISE STRATEGY:
- Start with default query suite for immediate coverage
- Build custom queries for your top 5 recurring vulnerability types
- Integrate SARIF output with your GRC/compliance tooling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PERSPECTIVE:
Copilot Autofix closes the loop between detection and remediation. Most teams find vulnerabilities but struggle to fix them fast enough.
KEY IMPACT:
- 7x reduction in mean-time-to-remediate (MTTR)
- Developers don't need to be security experts to fix security issues
- Fixes are context-aware — they account for your code patterns and dependencies
- Supports most common vulnerability classes: injection, XSS, path traversal, etc.
ENTERPRISE VALUE:
- Dramatically reduces security backlog
- Empowers developers to own security fixes without security team bottleneck
- Audit trail shows exactly what was fixed and how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 PERSPECTIVE:
Supply chain attacks are among the fastest-growing threat vectors. Dependency Review and Dependabot are your first line of defense.
KEY CAPABILITIES:
- Dependency Review blocks vulnerable dependencies at the PR level
- Dependabot alerts you to CVEs and creates automated fix PRs
- Version updates keep dependencies fresh, reducing exposure window
- SBOM export satisfies regulatory requirements (EO 14028, NIST SSDF)
ENTERPRISE GOVERNANCE:
- Enable dependency review as a required status check
- Configure Dependabot for security updates at minimum, version updates for critical packages
- Generate SBOMs as part of your release pipeline for compliance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
1. GHAS — Unified security platform natively integrated into GitHub
2. Secret Scanning — Push protection blocks credentials before they leak
3. CodeQL — Semantic analysis finds real vulnerabilities, not noise
4. Copilot Autofix — AI remediates vulnerabilities 7x faster
5. Supply Chain — Dependabot + dependency review protects your dependencies
NEXT STEPS:
- Enable GHAS on all repositories — start with secret scanning
- Configure CodeQL with default query suites for immediate coverage
- Enable Copilot Autofix to close the detection-remediation gap
- Set up Dependabot for automated dependency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attending Advanced Security &amp; GitHub Copilot!
Key message: Security doesn't have to slow you down. With GHAS and Copilot, you detect earlier, remediate faster, and enforce consistently.
Every secret blocked, every vulnerability auto-fixed, every dependency reviewed — it all adds up to a fundamentally more secure software supply chain.
Follow up with questions or reach out for hands-on security workshops.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1"/>
          <p:cNvSpPr/>
          <p:nvPr/>
        </p:nvSpPr>
        <p:spPr>
          <a:xfrm>
            <a:off x="21945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4572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SECURITY  ·  GITHUB COPILOT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640080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148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Security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GitHub Copilot</a:t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GHAS  ·  Secret Scanning  ·  CodeQL  ·  Copilot Autofix  ·  Supply Chain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2560320" y="393192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905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931920"/>
            <a:ext cx="4023360" cy="365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320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30, 2026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Architects  ·  Security &amp; Copilot Workshop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5486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0" y="548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645920" y="1280160"/>
            <a:ext cx="5852160" cy="2926080"/>
          </a:xfrm>
          <a:prstGeom prst="roundRect">
            <a:avLst>
              <a:gd name="adj" fmla="val 5625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280160"/>
            <a:ext cx="5852160" cy="457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783080"/>
            <a:ext cx="1371600" cy="13716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011680"/>
            <a:ext cx="914400" cy="9144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8404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Nagaraju Matta</a:t>
            </a:r>
            <a:endParaRPr lang="en-US" sz="2600" dirty="0"/>
          </a:p>
        </p:txBody>
      </p:sp>
      <p:sp>
        <p:nvSpPr>
          <p:cNvPr id="10" name="Text 4"/>
          <p:cNvSpPr/>
          <p:nvPr/>
        </p:nvSpPr>
        <p:spPr>
          <a:xfrm>
            <a:off x="384048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Architect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3840480" y="2606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architects and engineering teams embed security-first practices with GitHub Advanced Security and Copilot across enterprise workflows.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3840480" y="3383280"/>
            <a:ext cx="110642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840480" y="3383280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5056632" y="33832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56632" y="3383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Security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766560" y="338328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766560" y="33832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DevSecOps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0" y="22860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91840" y="228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AGENDA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7132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97280" y="129844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security pillars where GitHub Advanced Security and Copilot transform how you protect, detect, and remediate.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96596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75488" cy="47548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3113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912" y="2715768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38912" y="32004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platform for shift-left security across the SDLC.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2075688" y="196596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148840"/>
            <a:ext cx="475488" cy="47548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24" y="223113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148840" y="2715768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2148840" y="32004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block leaked credentials before they reach production.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3785616" y="196596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2148840"/>
            <a:ext cx="475488" cy="475488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52" y="2231136"/>
            <a:ext cx="310896" cy="31089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858768" y="2715768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CodeQL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3858768" y="32004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analysis to find vulnerabilities at the source.</a:t>
            </a:r>
            <a:endParaRPr lang="en-US" sz="850" dirty="0"/>
          </a:p>
        </p:txBody>
      </p:sp>
      <p:sp>
        <p:nvSpPr>
          <p:cNvPr id="22" name="Shape 13"/>
          <p:cNvSpPr/>
          <p:nvPr/>
        </p:nvSpPr>
        <p:spPr>
          <a:xfrm>
            <a:off x="5495544" y="196596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184" y="2148840"/>
            <a:ext cx="475488" cy="475488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2231136"/>
            <a:ext cx="310896" cy="31089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568696" y="2715768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Autofix</a:t>
            </a:r>
            <a:endParaRPr lang="en-US" sz="1100" dirty="0"/>
          </a:p>
        </p:txBody>
      </p:sp>
      <p:sp>
        <p:nvSpPr>
          <p:cNvPr id="26" name="Text 15"/>
          <p:cNvSpPr/>
          <p:nvPr/>
        </p:nvSpPr>
        <p:spPr>
          <a:xfrm>
            <a:off x="5568696" y="32004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remediation that suggests and applies security fixes.</a:t>
            </a:r>
            <a:endParaRPr lang="en-US" sz="850" dirty="0"/>
          </a:p>
        </p:txBody>
      </p:sp>
      <p:sp>
        <p:nvSpPr>
          <p:cNvPr id="27" name="Shape 16"/>
          <p:cNvSpPr/>
          <p:nvPr/>
        </p:nvSpPr>
        <p:spPr>
          <a:xfrm>
            <a:off x="7205472" y="196596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112" y="2148840"/>
            <a:ext cx="475488" cy="475488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36408" y="2231136"/>
            <a:ext cx="310896" cy="310896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278624" y="2715768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100" dirty="0"/>
          </a:p>
        </p:txBody>
      </p:sp>
      <p:sp>
        <p:nvSpPr>
          <p:cNvPr id="31" name="Text 18"/>
          <p:cNvSpPr/>
          <p:nvPr/>
        </p:nvSpPr>
        <p:spPr>
          <a:xfrm>
            <a:off x="7278624" y="32004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review, Dependabot, and software composition analysis.</a:t>
            </a:r>
            <a:endParaRPr lang="en-US" sz="850" dirty="0"/>
          </a:p>
        </p:txBody>
      </p:sp>
      <p:sp>
        <p:nvSpPr>
          <p:cNvPr id="32" name="Text 19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Each topic includes real-world examples, live demos, and enterprise security best practices</a:t>
            </a:r>
            <a:endParaRPr lang="en-US" sz="1000" dirty="0"/>
          </a:p>
        </p:txBody>
      </p:sp>
      <p:sp>
        <p:nvSpPr>
          <p:cNvPr id="33" name="Text 20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0" y="164592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Advanced Security (GHAS)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comprehensive, developer-native security platform that shifts vulnerability detection left into the dev workflow.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Security Dashboard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centralized view of vulnerabilities, secrets, and dependency alerts across all repos.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6771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Developer-Native Experience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security findings surface in PRs, IDE, and CLI — where developers already work.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6207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Enforcement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rulesets and branch protection integrate security checks as merge requirements.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5643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520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Overview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org-wide risk posture, trend analysis, and remediation velocity at a glance.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5079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Scale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roll out consistent security policies across thousands of repositories.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7373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931920" cy="365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GHAS Capabilities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Code Scanning (CodeQL)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 SAST for 10+ langs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Secret Scanning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200+ secret patterns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push protection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Dependency Review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Vulnerabilities in PRs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Copilot Autofix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AI-powered remediation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0" y="164592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Scanning &amp; Push Protection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credential leaks before they happen. Detect 200+ secret types and block secrets at push time.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Secret Patterns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detects API keys, tokens, passwords, certificates from 100+ service providers.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6771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Protection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blocks commits containing secrets before they enter the repository.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6207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Patterns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define regex patterns for internal secrets, connection strings, and proprietary tokens.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5643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520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Program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when a leaked token is detected, the provider is notified to auto-revoke.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5079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 Workflow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developers can request bypass with justification; security teams get audit trail.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7373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931920" cy="365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Protection in action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main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Push blocked!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detected in: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src/config.ts:42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AWS Access Key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Amazon AWS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Use env variables instead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Rotate exposed credential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0" y="164592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Scanning with CodeQL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static analysis that understands your code like a security researcher. Find vulnerabilities, not just patterns.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Analysis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CodeQL treats code as data, enabling deep taint tracking and data flow analysis.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6771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Languages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supports C/C++, C#, Go, Java, JavaScript, Python, Ruby, Swift, and more.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6207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Queries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write your own CodeQL queries to detect organization-specific anti-patterns.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5643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520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Integration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findings appear inline in pull requests with severity and remediation guidance.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5079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SARIF Output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standard format integrates with any SAST dashboard or compliance workflow.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7373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931920" cy="365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CodeQL Query Example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javascript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CallExpr call, StringLiteral q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call.getCalleeName() = "query"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q = call.getArgument(0)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q.getValue().regexpMatch(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".*\\$\\{.*\\}.*")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call,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"SQL injection risk:"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" string interpolation"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" in query argument"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0" y="164592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Autofix for Security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remediation that doesn't just find vulnerabilities — it fixes them. Reduce mean-time-to-remediate by 7x.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Fix Suggestions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Copilot generates code fixes for CodeQL findings directly in the PR.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6771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Patches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understands your codebase to produce fixes that compile and pass tests.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6207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Fixes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handles fixes that span multiple files, imports, and configuration changes.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5643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520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developers review and apply the fix with a single click in the PR.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5079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 Faster Remediation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reduces MTTR from days to hours for most vulnerability classes.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7373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931920" cy="365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Copilot Autofix in action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CodeQL Alert: SQL Injection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CWE-089 | Critical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BEFORE (vulnerable):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db.query(`SELECT * FROM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 WHERE id=${id}`)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AFTER (Copilot fix):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db.query("SELECT * FROM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 WHERE id=$1", [id])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Click to apply fix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0" y="164592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Review &amp; Supply Chain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software supply chain from vulnerable dependencies, malicious packages, and license risks.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Review Action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blocks PRs that introduce new vulnerabilities in dependencies.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26771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Alerts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monitors every dependency for known CVEs and auto-creates update PRs.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86207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Version Updates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keeps dependencies up-to-date with automated version bump PRs.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5643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3520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Compliance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detect and flag dependencies with incompatible or risky licenses.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50792"/>
            <a:ext cx="3566160" cy="0"/>
          </a:xfrm>
          <a:prstGeom prst="line">
            <a:avLst/>
          </a:prstGeom>
          <a:noFill/>
          <a:ln w="6350">
            <a:solidFill>
              <a:srgbClr val="161B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114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114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Generation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export Software Bill of Materials for compliance and audit requirements.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7373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3931920" cy="365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83480" y="19202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Dependency Review in PR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Vulnerability introduced: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lodash 4.17.20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CVE-2021-23337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Severity: High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upgrade to 4.17.21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Dependabot PR created: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Bump lodash 4.17.20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4.17.21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 MIT ✓ Compliant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0" y="36576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1152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91840" y="365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400" y="868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Default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GitHub &amp; Copilot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187452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20"/>
            <a:ext cx="3749040" cy="3657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39112"/>
            <a:ext cx="438912" cy="43891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103120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99032" y="2039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Action Plan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960120" y="24231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GHAS across all org repositories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push protection org-wide for secret scanning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CodeQL with default + custom query suites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Copilot Autofix for automated remediation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Dependabot for security and version updates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709160" y="187452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874520"/>
            <a:ext cx="3749040" cy="36576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39112"/>
            <a:ext cx="438912" cy="438912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103120"/>
            <a:ext cx="310896" cy="31089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422392" y="2039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Impact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4983480" y="24231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7x faster vulnerability remediation with Autofix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secrets blocked before reaching the repo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security enforcement across all teams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Compliance-ready with SBOM and audit trails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</a:t>
            </a:r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Developer-native security reduces friction to zero</a:t>
            </a:r>
            <a:endParaRPr lang="en-US" sz="11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" y="4069080"/>
            <a:ext cx="1691640" cy="32004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3412" y="4069080"/>
            <a:ext cx="1691640" cy="32004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4780" y="4069080"/>
            <a:ext cx="1417320" cy="32004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3268" y="4069080"/>
            <a:ext cx="1737360" cy="320040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8916" y="4069080"/>
            <a:ext cx="1691640" cy="320040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868680"/>
            <a:ext cx="640080" cy="6400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Code, Faster — with GitHub &amp; Copilot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secret scanning to AI-powered remediation — security is no longer a bottleneck, it's an accelerator.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2286000" y="3749040"/>
            <a:ext cx="4572000" cy="822960"/>
          </a:xfrm>
          <a:prstGeom prst="roundRect">
            <a:avLst>
              <a:gd name="adj" fmla="val 13333"/>
            </a:avLst>
          </a:prstGeom>
          <a:solidFill>
            <a:srgbClr val="111520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749040"/>
            <a:ext cx="4572000" cy="365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60320" y="3840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Nagaraju Matta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Architect  ·  Microsoft  ·  GitHub Security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Security &amp; GitHub Copilot</dc:title>
  <dc:subject>PptxGenJS Presentation</dc:subject>
  <dc:creator>Nagaraju Matta</dc:creator>
  <cp:lastModifiedBy>Nagaraju Matta</cp:lastModifiedBy>
  <cp:revision>1</cp:revision>
  <dcterms:created xsi:type="dcterms:W3CDTF">2026-04-30T09:19:57Z</dcterms:created>
  <dcterms:modified xsi:type="dcterms:W3CDTF">2026-04-30T09:19:57Z</dcterms:modified>
</cp:coreProperties>
</file>